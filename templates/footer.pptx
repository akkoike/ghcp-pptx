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59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45" d="100"/>
          <a:sy n="45" d="100"/>
        </p:scale>
        <p:origin x="3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EA51F-2117-419E-AF18-1BB6C2F7B888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D70E1-3E3E-4F1F-B809-532CB6D045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94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B9D4F-5F19-438C-92E8-037C6AE8F8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97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D86A7A-9864-A2C9-BB91-CDB272FF5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94FC2E-1A68-CF0F-F0DF-338CAE121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285EA0-9454-0B93-F32A-2F25FB77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C5CBB5-6567-5F50-2A16-02ED47D5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BD8687-E082-42D7-222C-329168CD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61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751148-113A-9699-171A-1860B262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B956E1-02B7-4F83-C11F-17DD11647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E00FF1-0301-FF3B-1713-AA5A5191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D77C81-72FA-B1BB-8CF1-F61EF268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574FF5-A3C0-C577-1DC2-299C7A62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80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423724-0819-0195-2F32-4D6128AA9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9AC08-40AB-5AC0-819D-3F0984BBE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E45FF1-B253-B6E7-87C5-0F5223F3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65E4A9-9A66-C339-5EBD-FA254B38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5D7A7A-277A-4BD1-846A-A499A003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62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E5D74-62E4-B23E-2EE8-CDE1CDF3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77BF7-C7FE-45BA-A705-3FD82B441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1BFF64-79C9-31D5-2355-69A9068F9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A87A3E-4A6D-0E02-680A-EE40DAA4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C62478-2A7C-3578-7477-B69D897C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40B1C4-C095-E474-0940-9127779E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53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7B5F74-EEBA-59D2-5AEF-76C7C181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410586-7DD6-A757-F280-B2186819F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118E91-6A28-4ADA-5750-9FA2DDAC5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3C456E8-54F2-1B55-3258-12D77DF55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882FC2D-14F8-57FB-26DD-EAD043AF2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DB90E8F-FC67-C75A-D5C8-3C645FD3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E0370F-F5E5-A358-4434-7515C148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F68596-4893-159C-4C2A-3E7B829B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26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D11B7-6F1B-7866-62BB-9758A9D2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0E8490-99BD-FA9B-2C9C-DE574D32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CA5493-846F-678A-275B-E5E63366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61346F-8B80-B556-6F37-B399C00C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22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AFCEA22-08C2-7A41-986C-45A459EB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CEDDF2-E80A-1D04-F03E-3FBDBCD2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0C4A85-1A77-EE01-D351-5B7CFF71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33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FA729D-9B80-C64C-F8D9-2E00FDAE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6C049E-212F-7B7E-19A3-720335B89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B7320E-DB16-CD19-3A99-2EB5AA625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CB56C5-945E-4860-6962-52AB09A7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34E892-635E-ACBE-6CC1-E7CC9CC3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8FAFEC-C489-BEA0-48B5-013BD251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43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60A2A-4827-9764-0A9F-5FECD333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3E0FD7E-1EC8-AF77-F907-59A5372E1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A551E6-F0BC-81E3-F7E9-755A6AC88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372CFF-ABEF-4F1F-C588-DBAB083E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FD42AC-3BFD-C7E2-79E2-54940DBB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18B67-9605-4E17-A283-15AB9B31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65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64655-BCE2-12C6-5F0A-AFECA6DA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0D1D92-A46C-021B-052B-592AAF84A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4BB17F-99C0-941D-A4E7-7EA1E248D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66FFF1-AFB4-F7DC-CE20-9EA9C38E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5B1F3-8301-045D-D742-679FFCD4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9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51C7BDF-514F-37A6-137E-82F989C4F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7BFC6E-E74D-D451-DF66-294BF2CBE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D5D36B-2EA0-7753-381A-043DA687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7AE700-8374-FCA9-EE94-0564CDF0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269848-6CD0-B12D-F3E3-9779A5DC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5082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C370E04-F3D7-44F1-9863-6604D12FE0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995" y="1845277"/>
            <a:ext cx="7454644" cy="1473396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>
              <a:lnSpc>
                <a:spcPct val="100000"/>
              </a:lnSpc>
              <a:spcAft>
                <a:spcPts val="1274"/>
              </a:spcAft>
              <a:defRPr sz="2549" spc="-49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F9C5D-BBFD-AE42-A1D5-DA2C27C2E9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170" y="439310"/>
            <a:ext cx="1335673" cy="190278"/>
          </a:xfrm>
          <a:prstGeom prst="rect">
            <a:avLst/>
          </a:prstGeom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4071864E-755E-AD40-A80D-10E454980F16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54170" y="6451197"/>
            <a:ext cx="4482124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 dirty="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05014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00508FD-2C25-9551-BA42-623F9346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18D9AB-3577-CECD-743A-08057620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34A028-73C1-76CC-20BB-74B66BC09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2BF0F-4C4E-4C20-B7A0-DBBE649AEBF0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346127-E541-5455-7048-C1FD1756D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89979A-1F4F-6B34-7F3D-82487A49B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FE82B-A1D7-4DB1-A425-67003437CD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39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D5E1-A6F1-47DC-90FE-80EB7ABB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65362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ワイド画面</PresentationFormat>
  <Paragraphs>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Segoe UI</vt:lpstr>
      <vt:lpstr>Office テーマ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Akira Koike</dc:creator>
  <cp:lastModifiedBy>Akira Koike</cp:lastModifiedBy>
  <cp:revision>3</cp:revision>
  <dcterms:created xsi:type="dcterms:W3CDTF">2026-03-26T13:45:22Z</dcterms:created>
  <dcterms:modified xsi:type="dcterms:W3CDTF">2026-03-27T10:28:09Z</dcterms:modified>
</cp:coreProperties>
</file>
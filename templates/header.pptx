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631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45" d="100"/>
          <a:sy n="45" d="100"/>
        </p:scale>
        <p:origin x="3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1BA762-84CE-4F53-8E60-26065AF87875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DFF419-6077-47DD-A5DE-F4CBD2CB56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6678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554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D86A7A-9864-A2C9-BB91-CDB272FF5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194FC2E-1A68-CF0F-F0DF-338CAE121F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285EA0-9454-0B93-F32A-2F25FB77F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BF0F-4C4E-4C20-B7A0-DBBE649AEBF0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C5CBB5-6567-5F50-2A16-02ED47D58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BD8687-E082-42D7-222C-329168CD4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E82B-A1D7-4DB1-A425-67003437CD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4617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751148-113A-9699-171A-1860B2629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B956E1-02B7-4F83-C11F-17DD11647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E00FF1-0301-FF3B-1713-AA5A51917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BF0F-4C4E-4C20-B7A0-DBBE649AEBF0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D77C81-72FA-B1BB-8CF1-F61EF2686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574FF5-A3C0-C577-1DC2-299C7A62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E82B-A1D7-4DB1-A425-67003437CD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7805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423724-0819-0195-2F32-4D6128AA9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A9AC08-40AB-5AC0-819D-3F0984BBE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E45FF1-B253-B6E7-87C5-0F5223F38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BF0F-4C4E-4C20-B7A0-DBBE649AEBF0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65E4A9-9A66-C339-5EBD-FA254B38E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5D7A7A-277A-4BD1-846A-A499A0031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E82B-A1D7-4DB1-A425-67003437CD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5627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CE5D74-62E4-B23E-2EE8-CDE1CDF31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577BF7-C7FE-45BA-A705-3FD82B4411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F1BFF64-79C9-31D5-2355-69A9068F9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A87A3E-4A6D-0E02-680A-EE40DAA42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BF0F-4C4E-4C20-B7A0-DBBE649AEBF0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C62478-2A7C-3578-7477-B69D897C5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C40B1C4-C095-E474-0940-9127779E8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E82B-A1D7-4DB1-A425-67003437CD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534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7B5F74-EEBA-59D2-5AEF-76C7C181C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410586-7DD6-A757-F280-B2186819F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118E91-6A28-4ADA-5750-9FA2DDAC5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3C456E8-54F2-1B55-3258-12D77DF556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882FC2D-14F8-57FB-26DD-EAD043AF21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DB90E8F-FC67-C75A-D5C8-3C645FD3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BF0F-4C4E-4C20-B7A0-DBBE649AEBF0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EE0370F-F5E5-A358-4434-7515C1480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9F68596-4893-159C-4C2A-3E7B829B9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E82B-A1D7-4DB1-A425-67003437CD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5263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DD11B7-6F1B-7866-62BB-9758A9D20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20E8490-99BD-FA9B-2C9C-DE574D326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BF0F-4C4E-4C20-B7A0-DBBE649AEBF0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FCA5493-846F-678A-275B-E5E633668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461346F-8B80-B556-6F37-B399C00C2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E82B-A1D7-4DB1-A425-67003437CD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8227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AFCEA22-08C2-7A41-986C-45A459EB6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BF0F-4C4E-4C20-B7A0-DBBE649AEBF0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DCEDDF2-E80A-1D04-F03E-3FBDBCD21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60C4A85-1A77-EE01-D351-5B7CFF71C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E82B-A1D7-4DB1-A425-67003437CD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7337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FA729D-9B80-C64C-F8D9-2E00FDAEA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6C049E-212F-7B7E-19A3-720335B89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7B7320E-DB16-CD19-3A99-2EB5AA625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8CB56C5-945E-4860-6962-52AB09A77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BF0F-4C4E-4C20-B7A0-DBBE649AEBF0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834E892-635E-ACBE-6CC1-E7CC9CC37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68FAFEC-C489-BEA0-48B5-013BD2511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E82B-A1D7-4DB1-A425-67003437CD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743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860A2A-4827-9764-0A9F-5FECD333E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3E0FD7E-1EC8-AF77-F907-59A5372E16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EA551E6-F0BC-81E3-F7E9-755A6AC88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7372CFF-ABEF-4F1F-C588-DBAB083EC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BF0F-4C4E-4C20-B7A0-DBBE649AEBF0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CFD42AC-3BFD-C7E2-79E2-54940DBB2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C18B67-9605-4E17-A283-15AB9B31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E82B-A1D7-4DB1-A425-67003437CD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365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C64655-BCE2-12C6-5F0A-AFECA6DA5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0D1D92-A46C-021B-052B-592AAF84A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4BB17F-99C0-941D-A4E7-7EA1E248D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BF0F-4C4E-4C20-B7A0-DBBE649AEBF0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66FFF1-AFB4-F7DC-CE20-9EA9C38E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55B1F3-8301-045D-D742-679FFCD4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E82B-A1D7-4DB1-A425-67003437CD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291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51C7BDF-514F-37A6-137E-82F989C4F4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7BFC6E-E74D-D451-DF66-294BF2CBE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D5D36B-2EA0-7753-381A-043DA6879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BF0F-4C4E-4C20-B7A0-DBBE649AEBF0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7AE700-8374-FCA9-EE94-0564CDF01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269848-6CD0-B12D-F3E3-9779A5DC6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E82B-A1D7-4DB1-A425-67003437CD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5082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498CFD-6F0F-1548-B3CF-58EC8479BA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18210" y="0"/>
            <a:ext cx="597379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FF9732-E389-084D-A7F3-09AC5EED73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681" y="472516"/>
            <a:ext cx="1335673" cy="19027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7E4AC65-3150-034F-B089-A8B21D5F2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81" y="2532448"/>
            <a:ext cx="5428936" cy="1793104"/>
          </a:xfrm>
          <a:prstGeom prst="rect">
            <a:avLst/>
          </a:prstGeom>
          <a:noFill/>
        </p:spPr>
        <p:txBody>
          <a:bodyPr lIns="0" tIns="0" rIns="0" bIns="182880" anchor="b" anchorCtr="0"/>
          <a:lstStyle>
            <a:lvl1pPr>
              <a:defRPr sz="4705" strike="noStrike" spc="-49"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Azure presentation</a:t>
            </a:r>
            <a:br>
              <a:rPr lang="en-US" dirty="0"/>
            </a:br>
            <a:r>
              <a:rPr lang="en-US" dirty="0"/>
              <a:t>title or event name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9B09652-4E45-F04D-8357-20491F718B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466" y="4350114"/>
            <a:ext cx="5413394" cy="724246"/>
          </a:xfrm>
          <a:prstGeom prst="rect">
            <a:avLst/>
          </a:prstGeom>
        </p:spPr>
        <p:txBody>
          <a:bodyPr/>
          <a:lstStyle>
            <a:lvl1pPr>
              <a:defRPr sz="1765">
                <a:solidFill>
                  <a:srgbClr val="000000"/>
                </a:solidFill>
              </a:defRPr>
            </a:lvl1pPr>
            <a:lvl2pPr>
              <a:defRPr sz="1765">
                <a:solidFill>
                  <a:srgbClr val="000000"/>
                </a:solidFill>
              </a:defRPr>
            </a:lvl2pPr>
            <a:lvl3pPr>
              <a:defRPr sz="1372"/>
            </a:lvl3pPr>
            <a:lvl4pPr>
              <a:defRPr sz="1372"/>
            </a:lvl4pPr>
            <a:lvl5pPr>
              <a:defRPr sz="1029"/>
            </a:lvl5pPr>
          </a:lstStyle>
          <a:p>
            <a:pPr lvl="0"/>
            <a:r>
              <a:rPr lang="en-US" dirty="0"/>
              <a:t>Author name</a:t>
            </a:r>
            <a:br>
              <a:rPr lang="en-US" dirty="0"/>
            </a:br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66413677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00508FD-2C25-9551-BA42-623F9346A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A18D9AB-3577-CECD-743A-08057620E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34A028-73C1-76CC-20BB-74B66BC097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92BF0F-4C4E-4C20-B7A0-DBBE649AEBF0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346127-E541-5455-7048-C1FD1756D0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89979A-1F4F-6B34-7F3D-82487A49B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FE82B-A1D7-4DB1-A425-67003437CD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6396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6C5E9C-3C1A-E248-B670-BD999514A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B223C-04E8-1B45-B254-34B68081F7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Customer Success Unit</a:t>
            </a:r>
          </a:p>
        </p:txBody>
      </p:sp>
    </p:spTree>
    <p:extLst>
      <p:ext uri="{BB962C8B-B14F-4D97-AF65-F5344CB8AC3E}">
        <p14:creationId xmlns:p14="http://schemas.microsoft.com/office/powerpoint/2010/main" val="11082560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</Words>
  <Application>Microsoft Office PowerPoint</Application>
  <PresentationFormat>ワイド画面</PresentationFormat>
  <Paragraphs>4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Segoe UI</vt:lpstr>
      <vt:lpstr>Office テーマ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Akira Koike</dc:creator>
  <cp:lastModifiedBy>Akira Koike</cp:lastModifiedBy>
  <cp:revision>3</cp:revision>
  <dcterms:created xsi:type="dcterms:W3CDTF">2026-03-26T13:45:22Z</dcterms:created>
  <dcterms:modified xsi:type="dcterms:W3CDTF">2026-03-27T10:27:38Z</dcterms:modified>
</cp:coreProperties>
</file>